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神经网络学习的重要参数-Gemini参考图版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
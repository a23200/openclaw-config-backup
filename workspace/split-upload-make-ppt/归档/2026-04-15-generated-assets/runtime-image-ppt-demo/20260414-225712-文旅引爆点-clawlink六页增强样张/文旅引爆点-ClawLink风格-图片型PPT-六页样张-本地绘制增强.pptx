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文旅引爆点-封面战略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-机会判断-系统增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-AI合伙人-四大赋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-内容引爆矩阵-获客路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-动态定价-口碑哨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-启动合作-体检报告路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
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文旅引爆点项目方案-火柴人图片版样张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
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文旅引爆点-封面战略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-文旅引爆点-四大赋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-文旅引爆点-启动合作路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
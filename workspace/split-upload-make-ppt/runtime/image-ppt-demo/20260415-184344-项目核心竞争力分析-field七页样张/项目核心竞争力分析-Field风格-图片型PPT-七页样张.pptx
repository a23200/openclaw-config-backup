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-封面-Field护城河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2-引言-Skill与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3-第一层-闭环自进化系统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4-第二层-垄断性数据资产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5-第三层-人机混合智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6-第四层-平台化扩张能力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7-最终结论-What与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